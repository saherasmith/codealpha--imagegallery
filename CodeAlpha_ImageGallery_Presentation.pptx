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CodeAlpha Image Gallery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Project Presentation</a:t>
            </a:r>
          </a:p>
          <a:p>
            <a:r>
              <a:t>HTML, CSS &amp;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image gallery with lightbox, navigation, hover effects, and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image gallery</a:t>
            </a:r>
          </a:p>
          <a:p>
            <a:r>
              <a:t>• Add lightbox view</a:t>
            </a:r>
          </a:p>
          <a:p>
            <a:r>
              <a:t>• Implement next/previous navigation</a:t>
            </a:r>
          </a:p>
          <a:p>
            <a:r>
              <a:t>• Ensure responsiveness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HTML5</a:t>
            </a:r>
          </a:p>
          <a:p>
            <a:r>
              <a:t>CSS3</a:t>
            </a:r>
          </a:p>
          <a:p>
            <a:r>
              <a:t>JavaScript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Responsive Grid Layout</a:t>
            </a:r>
          </a:p>
          <a:p>
            <a:r>
              <a:t>• Hover Effects</a:t>
            </a:r>
          </a:p>
          <a:p>
            <a:r>
              <a:t>• Smooth Transitions</a:t>
            </a:r>
          </a:p>
          <a:p>
            <a:r>
              <a:t>• Lightbox Popup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Category Filters</a:t>
            </a:r>
          </a:p>
          <a:p>
            <a:r>
              <a:t>• Modern UI</a:t>
            </a:r>
          </a:p>
          <a:p>
            <a:r>
              <a:t>• Mobile-Friendly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index.html</a:t>
            </a:r>
          </a:p>
          <a:p>
            <a:r>
              <a:t>style.css</a:t>
            </a:r>
          </a:p>
          <a:p>
            <a:r>
              <a:t>script.js</a:t>
            </a:r>
          </a:p>
          <a:p>
            <a:r>
              <a:t>images/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Gallery → Hover Images → Click Image → Navigate Next/Prev → Filter Categories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source code to GitHub repository and share the link.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